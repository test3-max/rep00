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829AA-F0F1-FEB7-E6D6-6859F2665E41}" v="4" dt="2025-08-25T08:15:51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cxccx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ccx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cxccx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2025-08-25T08:15:36Z</dcterms:created>
  <dcterms:modified xsi:type="dcterms:W3CDTF">2025-08-25T08:22:11Z</dcterms:modified>
</cp:coreProperties>
</file>